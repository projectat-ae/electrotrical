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0066FF">
              <a:alpha val="12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926080" cy="292608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" y="0"/>
            <a:ext cx="36576" cy="5143500"/>
          </a:xfrm>
          <a:prstGeom prst="rect">
            <a:avLst/>
          </a:prstGeom>
          <a:solidFill>
            <a:srgbClr val="0066FF">
              <a:alpha val="4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</a:t>
            </a:r>
            <a:pPr indent="0" marL="0">
              <a:buNone/>
            </a:pPr>
            <a:r>
              <a:rPr lang="en-US" sz="4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Trical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 &amp; Design Services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200400" cy="3657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1828800"/>
            <a:ext cx="64008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Precision. Innovation. Speed.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trusted partner for professional PCB design,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engineering, and electronic product development.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www.electrotrical.com  |  projectat.ae@gmail.com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overview of ElectroTrical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502920" cy="56692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65376"/>
            <a:ext cx="502920" cy="56692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751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0025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42032"/>
            <a:ext cx="502920" cy="566928"/>
          </a:xfrm>
          <a:prstGeom prst="rect">
            <a:avLst/>
          </a:prstGeom>
          <a:solidFill>
            <a:srgbClr val="0066FF">
              <a:alpha val="2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517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Process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18688"/>
            <a:ext cx="502920" cy="56692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284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355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Tools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895344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95344"/>
            <a:ext cx="502920" cy="56692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050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4032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We Serve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188720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188720"/>
            <a:ext cx="502920" cy="566928"/>
          </a:xfrm>
          <a:prstGeom prst="rect">
            <a:avLst/>
          </a:prstGeom>
          <a:solidFill>
            <a:srgbClr val="0066FF">
              <a:alpha val="2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2984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1808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1865376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865376"/>
            <a:ext cx="502920" cy="56692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9751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20025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Highlights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2542032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542032"/>
            <a:ext cx="502920" cy="56692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6517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21808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ElectroTrical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3218688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218688"/>
            <a:ext cx="502920" cy="566928"/>
          </a:xfrm>
          <a:prstGeom prst="rect">
            <a:avLst/>
          </a:prstGeom>
          <a:solidFill>
            <a:srgbClr val="0066FF">
              <a:alpha val="2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3284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21808" y="3355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Quote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754880" y="3895344"/>
            <a:ext cx="411480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895344"/>
            <a:ext cx="502920" cy="56692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0050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21808" y="4032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66FF">
              <a:alpha val="8000"/>
            </a:srgbClr>
          </a:solidFill>
          <a:ln w="12700">
            <a:solidFill>
              <a:srgbClr val="0066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ElectroTrical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and what drives 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64008" cy="3474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ElectroTrical is a professional electronics engineering firm specializing in PCB layout design, schematic capture, and end-to-end electronic product development.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with a passion for precision and a commitment to delivering world-class designs, we serve clients across industries including consumer electronics, automotive, industrial automation, medical devices, and IoT.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of certified PCB designers and electronics engineers brings years of hands-on experience with cutting-edge EDA tools and manufacturing requirements — ensuring every board we design is production-ready from day 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931920" cy="74980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188720"/>
            <a:ext cx="64008" cy="7498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243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1627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057400"/>
            <a:ext cx="3931920" cy="74980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057400"/>
            <a:ext cx="640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122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29200" y="2496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3931920" cy="74980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926080"/>
            <a:ext cx="64008" cy="7498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980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0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Sectors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794760"/>
            <a:ext cx="3931920" cy="74980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794760"/>
            <a:ext cx="64008" cy="7498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849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029200" y="4233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Mission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 that guide everything we 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023360" cy="33832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4023360" cy="475488"/>
          </a:xfrm>
          <a:prstGeom prst="rect">
            <a:avLst/>
          </a:prstGeom>
          <a:solidFill>
            <a:srgbClr val="0066FF">
              <a:alpha val="2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93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the leading PCB design and electronics engineering partner for innovators worldwide — enabling faster product development, higher quality, and lower cost-to-market.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envision a world where any inventor, startup, or enterprise can access professional-grade electronics design services on demand, at any scale.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023360" cy="33832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4023360" cy="47548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893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deliver precision-engineered PCB designs that meet industry standards and exceed client expectations — on time, every time.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commit to: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Rigorous quality control at every step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Transparent, collaborative communication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pricing with no compromise on quality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Staying ahead of industry technology trends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electronics design &amp;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2743200" cy="15544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27432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252728"/>
            <a:ext cx="530352" cy="347472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527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73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 Design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00253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Multi-layer, high-speed, RF, and flex-rigid PCB layout following IPC standards. Production-ready Gerber files guaranteed.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743200" cy="15544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252728"/>
            <a:ext cx="530352" cy="347472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2527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1673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Capture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55848" y="200253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annotated schematics from concept or client specifications. Fully reviewed and simulation-ready.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2743200" cy="15544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43000"/>
            <a:ext cx="27432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252728"/>
            <a:ext cx="530352" cy="347472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2527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1673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&amp; DFM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36208" y="200253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design-for-manufacturability review, catching errors before they reach the fab house.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2743200" cy="15544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834640"/>
            <a:ext cx="27432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2944368"/>
            <a:ext cx="530352" cy="347472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9443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75488" y="369417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control, EMC compliance, differential pair routing, and power delivery network analysis.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2834640"/>
            <a:ext cx="2743200" cy="15544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283464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2944368"/>
            <a:ext cx="530352" cy="347472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29443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55848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Support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355848" y="369417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optimization, fab submission assistance, and prototype bring-up engineering support.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2834640"/>
            <a:ext cx="2743200" cy="15544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2834640"/>
            <a:ext cx="27432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36208" y="2944368"/>
            <a:ext cx="530352" cy="347472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29443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36208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Dev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236208" y="369417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electronics product development from concept through mass production readiness.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expertise — built for complexity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4572000" cy="365760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64008" cy="36576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71907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6916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2–32 layer PCB designs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01625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888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digital (DDR4/5, PCIe, USB 3.x)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31343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2860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and microwave layout up to mmWave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1061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5831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and rigid-flex board design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8803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IPC-2221 / IPC-7351 compliance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0497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1775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FPGA, GPU, and processor boards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50215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474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electronics &amp; switching converters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9933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719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Automotive-grade (AEC-Q100) designs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09651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0690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layout (ISO 13485 aware)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39369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3662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Mixed-signal and analog-heavy boards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120640" y="1143000"/>
            <a:ext cx="3657600" cy="365760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1143000"/>
            <a:ext cx="64008" cy="3657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166360" y="1664208"/>
            <a:ext cx="3547872" cy="310896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Trace / Space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86600" y="17007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mil / 3 mil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66360" y="1993392"/>
            <a:ext cx="3547872" cy="310896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Via Drill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086600" y="2029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mm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66360" y="2322576"/>
            <a:ext cx="3547872" cy="310896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Count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86600" y="23591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32 layers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66360" y="2651760"/>
            <a:ext cx="3547872" cy="310896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0368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BGA Support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086600" y="26883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mm pitch and up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166360" y="2980944"/>
            <a:ext cx="3547872" cy="310896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0368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Pass Rate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86600" y="3017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guaranteed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66360" y="3310128"/>
            <a:ext cx="3547872" cy="310896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Output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086600" y="33467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Gerber X2, ODB++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166360" y="3639312"/>
            <a:ext cx="3547872" cy="310896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30368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Tools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086600" y="36758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Altium, KiCad, OrCAD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166360" y="3968496"/>
            <a:ext cx="3547872" cy="310896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0368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086600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business days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166360" y="4297680"/>
            <a:ext cx="3547872" cy="310896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30368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086600" y="43342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DXF, STEP 3D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 Process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brief to production-ready — a proven workflow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61872"/>
            <a:ext cx="7498080" cy="457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261872"/>
            <a:ext cx="7498080" cy="45720"/>
          </a:xfrm>
          <a:prstGeom prst="rect">
            <a:avLst/>
          </a:prstGeom>
          <a:solidFill>
            <a:srgbClr val="0066FF">
              <a:alpha val="4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170432"/>
            <a:ext cx="228600" cy="2286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08760"/>
            <a:ext cx="1627632" cy="3291840"/>
          </a:xfrm>
          <a:prstGeom prst="rect">
            <a:avLst/>
          </a:prstGeom>
          <a:solidFill>
            <a:srgbClr val="0D1526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08760"/>
            <a:ext cx="1627632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727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02920" y="2130552"/>
            <a:ext cx="1353312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Quote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requirements online. Upload schematics, specs, or ideas. Receive a detailed quote within 24 hours.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42032" y="1170432"/>
            <a:ext cx="228600" cy="2286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4832" y="1508760"/>
            <a:ext cx="1627632" cy="329184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84832" y="1508760"/>
            <a:ext cx="1627632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15727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2221992" y="2130552"/>
            <a:ext cx="1353312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22128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Kickoff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76272" y="276148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engineer reviews your brief, clarifies constraints, agrees on milestones, and begins schematic or layout work.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61104" y="1170432"/>
            <a:ext cx="228600" cy="2286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03904" y="1508760"/>
            <a:ext cx="1627632" cy="3291840"/>
          </a:xfrm>
          <a:prstGeom prst="rect">
            <a:avLst/>
          </a:prstGeom>
          <a:solidFill>
            <a:srgbClr val="0D1526"/>
          </a:solidFill>
          <a:ln w="12700">
            <a:solidFill>
              <a:srgbClr val="006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03904" y="1508760"/>
            <a:ext cx="1627632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03904" y="15727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3941064" y="2130552"/>
            <a:ext cx="1353312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95344" y="22128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Review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95344" y="276148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design with client checkpoints. DRC / ERC checks run continuously. Peer review by senior engineer.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0176" y="1170432"/>
            <a:ext cx="228600" cy="2286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22976" y="1508760"/>
            <a:ext cx="1627632" cy="3291840"/>
          </a:xfrm>
          <a:prstGeom prst="rect">
            <a:avLst/>
          </a:prstGeom>
          <a:solidFill>
            <a:srgbClr val="0D1526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22976" y="1508760"/>
            <a:ext cx="1627632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15727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5660136" y="2130552"/>
            <a:ext cx="1353312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22128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Delivery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14416" y="276148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reviews final design. Approved files packaged: Gerbers, BOM, assembly drawings, 3D model.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99248" y="1170432"/>
            <a:ext cx="228600" cy="2286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42048" y="1508760"/>
            <a:ext cx="1627632" cy="329184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42048" y="1508760"/>
            <a:ext cx="1627632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42048" y="15727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7379208" y="2130552"/>
            <a:ext cx="1353312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33488" y="22128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Support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33488" y="276148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assist with fab submission, first article inspection, and prototype bring-up if required.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software and cutting-edge 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402336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64008" cy="1188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252728"/>
            <a:ext cx="1078992" cy="237744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618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EDA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Designer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0352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primary tool for complex, multi-layer, and high-speed board design.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3712" y="1143000"/>
            <a:ext cx="402336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143000"/>
            <a:ext cx="64008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88352" y="1252728"/>
            <a:ext cx="1078992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12618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8304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EDA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18304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PCB design for client cost flexibility and community collaboration.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96312"/>
            <a:ext cx="402336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496312"/>
            <a:ext cx="64008" cy="11887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606040"/>
            <a:ext cx="1078992" cy="237744"/>
          </a:xfrm>
          <a:prstGeom prst="rect">
            <a:avLst/>
          </a:prstGeom>
          <a:solidFill>
            <a:srgbClr val="0066FF">
              <a:alpha val="2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61518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2587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OrCAD / Cadence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0352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tool for automotive and defense-grade projects.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53712" y="2496312"/>
            <a:ext cx="402336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2496312"/>
            <a:ext cx="64008" cy="1188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88352" y="2606040"/>
            <a:ext cx="1078992" cy="237744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261518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18304" y="2587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/ SPICE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718304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simulation for power, analog, and signal integrity validation.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849624"/>
            <a:ext cx="402336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849624"/>
            <a:ext cx="64008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959352"/>
            <a:ext cx="1078992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9684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" y="39410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Hyperlynx / SIwave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30352" y="43251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 and power integrity analysis for high-speed designs.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53712" y="3849624"/>
            <a:ext cx="402336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53712" y="3849624"/>
            <a:ext cx="64008" cy="11887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88352" y="3959352"/>
            <a:ext cx="1078992" cy="237744"/>
          </a:xfrm>
          <a:prstGeom prst="rect">
            <a:avLst/>
          </a:prstGeom>
          <a:solidFill>
            <a:srgbClr val="0066FF">
              <a:alpha val="2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88352" y="39684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18304" y="39410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 / STEP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718304" y="43251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mechanical integration and enclosure fit verification.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7914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include DRC verification, peer review, and production file validation before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We Serve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expertise across high-stakes sectors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2011680" cy="10515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20116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402336" cy="292608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2344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Electronics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" y="183794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devices, wearables, audio equipment, home automation.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1143000"/>
            <a:ext cx="2011680" cy="10515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14300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1234440"/>
            <a:ext cx="402336" cy="292608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2344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96312" y="15636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96312" y="183794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ADAS, EV power systems, in-vehicle infotainment, body control.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26280" y="1143000"/>
            <a:ext cx="2011680" cy="10515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143000"/>
            <a:ext cx="2011680" cy="457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1234440"/>
            <a:ext cx="402336" cy="292608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12344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99432" y="15636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99432" y="183794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monitoring, diagnostic imaging, implantable electronics.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29400" y="1143000"/>
            <a:ext cx="2011680" cy="10515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1143000"/>
            <a:ext cx="20116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02552" y="1234440"/>
            <a:ext cx="402336" cy="292608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12344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02552" y="15636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02552" y="183794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PLCs, motor drives, SCADA hardware, robotics controllers.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331720"/>
            <a:ext cx="2011680" cy="10515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3317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" y="2423160"/>
            <a:ext cx="402336" cy="292608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242316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3192" y="2752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3192" y="302666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 equipment, RF front-ends, optical networking.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23160" y="2331720"/>
            <a:ext cx="2011680" cy="10515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23160" y="2331720"/>
            <a:ext cx="2011680" cy="457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96312" y="2423160"/>
            <a:ext cx="402336" cy="292608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96312" y="242316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A&amp;D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496312" y="2752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&amp; Defense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496312" y="302666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avionics, ruggedized systems, military comms.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26280" y="2331720"/>
            <a:ext cx="2011680" cy="10515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26280" y="2331720"/>
            <a:ext cx="20116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99432" y="2423160"/>
            <a:ext cx="402336" cy="292608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9432" y="242316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99432" y="2752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Smart Systems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99432" y="302666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sensors, edge devices, wireless modules, gateways.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29400" y="2331720"/>
            <a:ext cx="2011680" cy="10515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629400" y="23317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02552" y="2423160"/>
            <a:ext cx="402336" cy="292608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02552" y="242316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02552" y="2752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Power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702552" y="302666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inverters, battery management, grid monitoring systems.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Zero-defect commitment — backed by process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4663440" cy="37033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4663440" cy="530352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07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07592"/>
            <a:ext cx="320040" cy="32004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2893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1508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check, net validation, and symbol audit before layout begins.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883664"/>
            <a:ext cx="320040" cy="32004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8653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DRC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20848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 check: clearances, annular rings, trace widths, courtyard.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86584"/>
            <a:ext cx="4663440" cy="530352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59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459736"/>
            <a:ext cx="320040" cy="32004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4414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26609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verification, differential pair match, length tuning.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017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Analysis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32369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dissipation check, copper pour coverage, via thermal relief.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38728"/>
            <a:ext cx="4663440" cy="530352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320040" cy="32004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5935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/ DFA Check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" y="3813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Manufacturability review against fab and assembly house capabilities.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187952"/>
            <a:ext cx="320040" cy="32004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1696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8680" y="4389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engineer sign-off before final delivery to client.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1143000"/>
            <a:ext cx="356616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1143000"/>
            <a:ext cx="64008" cy="17373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Compliance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16002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IPC-2221  •  IPC-7351  •  IPC-A-600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61000 EMC  •  RoHS Compliant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Quality Management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AEC-Q100 (Automotive)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212080" y="2971800"/>
            <a:ext cx="3566160" cy="18745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2971800"/>
            <a:ext cx="64008" cy="18745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Guarantee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94960" y="3493008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DRC-clean files, always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94960" y="379476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758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94960" y="409651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059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revisions until approval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94960" y="4398264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4361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confidential handling of all design IP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Highlights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projects that showcase our depth of expertise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8412480" cy="1170432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73152" cy="1170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16-Layer Server Motherboard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581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Data Center Startup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856232"/>
            <a:ext cx="1188720" cy="237744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653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1856232"/>
            <a:ext cx="1188720" cy="237744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8653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5.0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856232"/>
            <a:ext cx="1188720" cy="237744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8653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 Ethernet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1234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layout of a 16-layer ATX server board with 6× DDR5 channels, dual PCIe 5.0 x16 slots, and 10GbE LAN. Delivered in 12 days.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50592"/>
            <a:ext cx="8412480" cy="1170432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50592"/>
            <a:ext cx="73152" cy="1170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420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Battery Management System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28895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Automotive OEM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163824"/>
            <a:ext cx="1188720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72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AEC-Q100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3163824"/>
            <a:ext cx="1188720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172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3163824"/>
            <a:ext cx="1188720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72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54203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Automotive-grade 8-layer BMS board managing 96-cell battery pack. Full EMC compliance, conformal coating support, AEC-Q100 verified.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58184"/>
            <a:ext cx="8412480" cy="1170432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58184"/>
            <a:ext cx="73152" cy="117043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496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Health Monitor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1970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MedTech Company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471416"/>
            <a:ext cx="1188720" cy="237744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80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PCB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20240" y="4471416"/>
            <a:ext cx="1188720" cy="237744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4480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4471416"/>
            <a:ext cx="1188720" cy="237744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4480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Grade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849624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Ultra-compact 4-layer flex-rigid board combining PPG, ECG, and IMU sensors. IEC 60601 compliant, &lt;5mm profile.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1888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details shared under NDA. Identifying client information has been generalized.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ElectroTrical by the Numbers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track record speaks for itself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265176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2816352"/>
            <a:ext cx="265176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441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84048" y="2130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Projects Delivered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47802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industries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36976" y="1143000"/>
            <a:ext cx="265176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2816352"/>
            <a:ext cx="26517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13441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36976" y="2130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36976" y="247802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over 3 years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9904" y="1143000"/>
            <a:ext cx="265176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2816352"/>
            <a:ext cx="265176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3441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089904" y="2130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9904" y="247802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to Fortune 500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3081528"/>
            <a:ext cx="265176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4754880"/>
            <a:ext cx="265176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28269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24h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384048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Response 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44165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RFQ submission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36976" y="3081528"/>
            <a:ext cx="265176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36976" y="4754880"/>
            <a:ext cx="26517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36976" y="328269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3236976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PCB Layer Count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36976" y="44165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in-house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9904" y="3081528"/>
            <a:ext cx="265176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9904" y="4754880"/>
            <a:ext cx="265176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9904" y="328269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mil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6089904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Trace Width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9904" y="44165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advanced HDI boards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ElectroTrical?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advantages that set us apart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3474720" cy="365760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347472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Demanding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ElectroTrical combines the agility of a boutique firm with the technical depth of an enterprise engineering team.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9080" y="1143000"/>
            <a:ext cx="2377440" cy="10972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143000"/>
            <a:ext cx="54864" cy="10972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78808" y="1234440"/>
            <a:ext cx="457200" cy="292608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8808" y="1234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78808" y="1581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Turnaround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78808" y="18562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5–7 day delivery. Rush 48-hour service available.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143000"/>
            <a:ext cx="2377440" cy="10972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143000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08" y="1234440"/>
            <a:ext cx="457200" cy="292608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1234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93408" y="1581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Protection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93408" y="18562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is NDA-protected. Your designs stay private.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69080" y="2359152"/>
            <a:ext cx="2377440" cy="10972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2359152"/>
            <a:ext cx="54864" cy="10972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78808" y="2450592"/>
            <a:ext cx="457200" cy="292608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78808" y="2450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78808" y="2798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Engineer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78808" y="30723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point of contact for every project.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2359152"/>
            <a:ext cx="2377440" cy="10972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2359152"/>
            <a:ext cx="54864" cy="10972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3408" y="2450592"/>
            <a:ext cx="457200" cy="292608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2450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93408" y="2798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93408" y="30723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quotes upfront. No surprise invoices.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069080" y="3575304"/>
            <a:ext cx="2377440" cy="10972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9080" y="3575304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78808" y="3666744"/>
            <a:ext cx="457200" cy="292608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78808" y="3666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78808" y="40142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Revisions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42885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 included until you're 100% satisfied.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3575304"/>
            <a:ext cx="2377440" cy="10972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3575304"/>
            <a:ext cx="54864" cy="10972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93408" y="3666744"/>
            <a:ext cx="457200" cy="292608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3666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693408" y="40142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Client Base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693408" y="42885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clients in 20+ countries with remote collaboration.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Quote in Minutes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project with us is simple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2697480" cy="3566160"/>
          </a:xfrm>
          <a:prstGeom prst="rect">
            <a:avLst/>
          </a:prstGeom>
          <a:solidFill>
            <a:srgbClr val="0D1526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269748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1033272" y="2011680"/>
            <a:ext cx="1371600" cy="411480"/>
          </a:xfrm>
          <a:prstGeom prst="rect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214884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RFQ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090672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our website, fill in the project details (board type, layer count, size, complexity), and upload any schematics or reference files.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81528" y="2560320"/>
            <a:ext cx="91440" cy="45720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24231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8BA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27832" y="1143000"/>
            <a:ext cx="2697480" cy="3566160"/>
          </a:xfrm>
          <a:prstGeom prst="rect">
            <a:avLst/>
          </a:prstGeom>
          <a:solidFill>
            <a:srgbClr val="0D1526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1143000"/>
            <a:ext cx="26974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234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0" name="Shape 18"/>
          <p:cNvSpPr/>
          <p:nvPr/>
        </p:nvSpPr>
        <p:spPr>
          <a:xfrm>
            <a:off x="3895344" y="2011680"/>
            <a:ext cx="1371600" cy="41148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5344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02152" y="2560320"/>
            <a:ext cx="214884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633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Quote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64992" y="3090672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engineers review your requirements and send a detailed, fixed-price quote within 24 hours — including timeline and scope of work.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560320"/>
            <a:ext cx="91440" cy="45720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4231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8BA8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89904" y="1143000"/>
            <a:ext cx="2697480" cy="3566160"/>
          </a:xfrm>
          <a:prstGeom prst="rect">
            <a:avLst/>
          </a:prstGeom>
          <a:solidFill>
            <a:srgbClr val="0D1526"/>
          </a:solidFill>
          <a:ln w="19050">
            <a:solidFill>
              <a:srgbClr val="006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1143000"/>
            <a:ext cx="269748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9904" y="1234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30" name="Shape 28"/>
          <p:cNvSpPr/>
          <p:nvPr/>
        </p:nvSpPr>
        <p:spPr>
          <a:xfrm>
            <a:off x="6757416" y="2011680"/>
            <a:ext cx="1371600" cy="411480"/>
          </a:xfrm>
          <a:prstGeom prst="rect">
            <a:avLst/>
          </a:prstGeom>
          <a:solidFill>
            <a:srgbClr val="0066FF">
              <a:alpha val="15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GO!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64224" y="2560320"/>
            <a:ext cx="214884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2633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27064" y="3090672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quote, and your dedicated engineer begins work immediately. Track progress through our client dashboard anytime.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6FF">
              <a:alpha val="15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8231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project today  &gt;&gt;  www.electrotrical.com/quote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Clients Say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engineers and product teams worldwide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2743200" cy="3566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64008" cy="35661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84632" y="16916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i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ElectroTrical delivered a complex 16-layer board design in under two weeks. The SI analysis was impeccable — our prototype worked first time, no rework needed.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246888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CTO, Embedded Systems Startup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1143000"/>
            <a:ext cx="2743200" cy="3566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143000"/>
            <a:ext cx="64008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1155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392424" y="16916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i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used three PCB design firms. ElectroTrical is the only one that actually understands DFM. They caught issues that would have cost us $40k in board respins.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64992" y="3886200"/>
            <a:ext cx="246888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9242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Lead, IoT Scale-up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35624" y="1143000"/>
            <a:ext cx="2743200" cy="3566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35624" y="1143000"/>
            <a:ext cx="64008" cy="35661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1155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6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300216" y="16916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i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fast, and transparent. The online quote system is brilliant — I got a fixed-price quote in 3 hours and the project was delivered on schedule.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2784" y="3886200"/>
            <a:ext cx="246888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K.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021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Consumer Electronics Brand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18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 Average Rating: 4.9 / 5.0  |  Based on 120+ client reviews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engineers with real-world product experience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2651760" cy="14630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4300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252728"/>
            <a:ext cx="640080" cy="640080"/>
          </a:xfrm>
          <a:prstGeom prst="ellipse">
            <a:avLst/>
          </a:prstGeom>
          <a:solidFill>
            <a:srgbClr val="00E5A0">
              <a:alpha val="25000"/>
            </a:srgbClr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344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16152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PCB Architect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16152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12+ years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1984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digital, FPGA, RF layout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143000"/>
            <a:ext cx="2651760" cy="14630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252728"/>
            <a:ext cx="640080" cy="640080"/>
          </a:xfrm>
          <a:prstGeom prst="ellipse">
            <a:avLst/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44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0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 Engineer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23360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9 years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1984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DDR, PCIe, SerDes, power integrity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61888" y="1143000"/>
            <a:ext cx="2651760" cy="14630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61888" y="1143000"/>
            <a:ext cx="265176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9048" y="1252728"/>
            <a:ext cx="640080" cy="640080"/>
          </a:xfrm>
          <a:prstGeom prst="ellipse">
            <a:avLst/>
          </a:prstGeom>
          <a:solidFill>
            <a:srgbClr val="0066FF">
              <a:alpha val="25000"/>
            </a:srgbClr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1344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30568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Design Lead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30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10 years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99048" y="1984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Analog, mixed-signal, power electronics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2761488"/>
            <a:ext cx="2651760" cy="14630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2761488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" y="2871216"/>
            <a:ext cx="640080" cy="640080"/>
          </a:xfrm>
          <a:prstGeom prst="ellipse">
            <a:avLst/>
          </a:prstGeom>
          <a:solidFill>
            <a:srgbClr val="00E5A0">
              <a:alpha val="25000"/>
            </a:srgbClr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29626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16152" y="2852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/ Quality Engineer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216152" y="323697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8 years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" y="36027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standards, manufacturing liaison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54680" y="2761488"/>
            <a:ext cx="2651760" cy="14630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2761488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2871216"/>
            <a:ext cx="640080" cy="640080"/>
          </a:xfrm>
          <a:prstGeom prst="ellipse">
            <a:avLst/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29626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0" y="2852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Engineer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023360" y="323697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7 years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91840" y="36027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validation, bring-up support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61888" y="2761488"/>
            <a:ext cx="2651760" cy="14630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61888" y="2761488"/>
            <a:ext cx="265176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99048" y="2871216"/>
            <a:ext cx="640080" cy="640080"/>
          </a:xfrm>
          <a:prstGeom prst="ellipse">
            <a:avLst/>
          </a:prstGeom>
          <a:solidFill>
            <a:srgbClr val="0066FF">
              <a:alpha val="25000"/>
            </a:srgbClr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99048" y="29626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30568" y="2852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830568" y="323697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11 years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99048" y="36027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hardware PM, client communications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engineers hold IPC-CID or IPC-CID+ certifications. Ongoing training in latest EDA tools and standards.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 your next PCB project? Let's talk.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4389120" cy="3566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73152" cy="35661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Today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5786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RFQ on our platform and receive a detailed quote within 24 hours. Our team is ready to support your next innovation.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2286000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RFQ 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3611880"/>
            <a:ext cx="1828800" cy="502920"/>
          </a:xfrm>
          <a:prstGeom prst="rect">
            <a:avLst/>
          </a:prstGeom>
          <a:solidFill>
            <a:srgbClr val="0D1526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Portfolio 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143000"/>
            <a:ext cx="374904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143000"/>
            <a:ext cx="54864" cy="7772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1261872"/>
            <a:ext cx="438912" cy="274320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2618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77840" y="1216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14904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www.electrotrical.com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029968"/>
            <a:ext cx="374904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2029968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8928" y="2148840"/>
            <a:ext cx="438912" cy="274320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1488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7784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3774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projectat.ae@gmail.com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2916936"/>
            <a:ext cx="374904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2916936"/>
            <a:ext cx="54864" cy="7772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3035808"/>
            <a:ext cx="438912" cy="274320"/>
          </a:xfrm>
          <a:prstGeom prst="rect">
            <a:avLst/>
          </a:prstGeom>
          <a:solidFill>
            <a:srgbClr val="0066FF">
              <a:alpha val="1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77840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 (Login)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3803904"/>
            <a:ext cx="374904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3803904"/>
            <a:ext cx="54864" cy="7772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38928" y="3922776"/>
            <a:ext cx="438912" cy="274320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392277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38770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41513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&amp; Global Remote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66FF">
              <a:alpha val="8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286000"/>
            <a:ext cx="5029200" cy="5029200"/>
          </a:xfrm>
          <a:prstGeom prst="ellipse">
            <a:avLst/>
          </a:prstGeom>
          <a:solidFill>
            <a:srgbClr val="00E5A0">
              <a:alpha val="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</a:t>
            </a:r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 &amp; Design Services  |  Precision. Innovation. Speed.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something great together?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364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www.electrotrical.com  |  projectat.ae@gmail.com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453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ElectroTrical. All rights reserved.  |  Confidential Company Profile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ElectroTrical – Company Profile</dc:title>
  <dc:subject>PptxGenJS Presentation</dc:subject>
  <dc:creator>ElectroTrical</dc:creator>
  <cp:lastModifiedBy>ElectroTrical</cp:lastModifiedBy>
  <cp:revision>1</cp:revision>
  <dcterms:created xsi:type="dcterms:W3CDTF">2026-03-24T20:01:48Z</dcterms:created>
  <dcterms:modified xsi:type="dcterms:W3CDTF">2026-03-24T20:01:48Z</dcterms:modified>
</cp:coreProperties>
</file>